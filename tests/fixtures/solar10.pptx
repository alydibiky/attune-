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Sun facts: short 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Mercury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Mercury facts: short 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Venus facts: short 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Earth facts: short 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Mars facts: short 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Jupiter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Jupiter facts: short 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Saturn facts: short 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Uranus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Uranus facts: short 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Neptune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Neptune facts: short 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facts: short 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